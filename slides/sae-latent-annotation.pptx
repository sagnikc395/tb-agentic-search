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148840"/>
            <a:ext cx="104241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000000"/>
                </a:solidFill>
                <a:latin typeface="Arial"/>
              </a:rPr>
              <a:t>Agents for ToolUniverse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00000"/>
                </a:solidFill>
                <a:latin typeface="Arial"/>
              </a:rPr>
              <a:t>for SAE feature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3703320"/>
            <a:ext cx="10424160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86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66666"/>
                </a:solidFill>
                <a:latin typeface="Arial"/>
              </a:rPr>
              <a:t>Progress till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Courier New"/>
              </a:rPr>
              <a:t>Sagnik Chatterjee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Courier New"/>
              </a:rPr>
              <a:t>repo: latent-annotation  ·  10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What has been done so far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820095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Arial"/>
              </a:rPr>
              <a:t>Four increments of work, from a tool-search script to a complete annotation pipeline that runs end to end against live databases.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21762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Courier New"/>
              </a:rPr>
              <a:t>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103120"/>
            <a:ext cx="80284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Courier New"/>
              </a:rPr>
              <a:t>DELIVERED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340864"/>
            <a:ext cx="1042416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50592"/>
            <a:ext cx="21762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Tool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450592"/>
            <a:ext cx="802843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ToolUniverse catalog loaded and searchable by pattern; OpenAI tool specs printed for any tool (main.py)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072384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163824"/>
            <a:ext cx="21762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Tool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3163824"/>
            <a:ext cx="802843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9 protein-context tools chosen from 2,602, plus 6 reserved for mutation-effect work, each mapped to a question the annotation needs answered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785616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77056"/>
            <a:ext cx="21762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Agent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877056"/>
            <a:ext cx="802843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Evidence extraction, tool dispatch, the per-latent tool-use loop, the annotation schema with client-side validation and repair, and JSONL output with a full tool-call trace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498848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90288"/>
            <a:ext cx="21762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Runnable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4590288"/>
            <a:ext cx="802843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Synthetic fixture over 8 real accessions and 3 latent patterns, an offline mock client, and a HuggingFace Qwen-3 client behind the same 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212080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257800"/>
            <a:ext cx="10424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Confirmed working today. </a:t>
            </a:r>
            <a:r>
              <a:rPr sz="1250" b="0">
                <a:solidFill>
                  <a:srgbClr val="000000"/>
                </a:solidFill>
                <a:latin typeface="Arial"/>
              </a:rPr>
              <a:t>2,602 tools load; the offline run produces 3/3 schema-clean records; a live UniProt lookup on P00533 returns through the toolbox without error.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Not done yet. </a:t>
            </a:r>
            <a:r>
              <a:rPr sz="1250" b="0">
                <a:solidFill>
                  <a:srgbClr val="000000"/>
                </a:solidFill>
                <a:latin typeface="Arial"/>
              </a:rPr>
              <a:t>No real SAE activations, no evaluation of annotation quality, and no test suite. Nothing here is a scientific result.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25735" y="635508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Courier New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820095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Arial"/>
              </a:rPr>
              <a:t>A protein language model's residue vectors are dense and polysemantic. A sparse autoencoder splits them into far more, far sparser latents, each firing on a small subset of residues. Testing whether those latents are real features requires a description of every one, and an SAE has 10,000 to 100,000 of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1042416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>
                <a:solidFill>
                  <a:srgbClr val="000000"/>
                </a:solidFill>
                <a:latin typeface="Arial"/>
              </a:rPr>
              <a:t>Showing a model the top sequences and asking for a label does not work. </a:t>
            </a:r>
            <a:r>
              <a:rPr sz="1300" b="0">
                <a:solidFill>
                  <a:srgbClr val="000000"/>
                </a:solidFill>
                <a:latin typeface="Arial"/>
              </a:rPr>
              <a:t>Three problems make the obvious approach unsound: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>
                <a:solidFill>
                  <a:srgbClr val="000000"/>
                </a:solidFill>
                <a:latin typeface="Arial"/>
              </a:rPr>
              <a:t>1.  The model always finds a pattern. </a:t>
            </a:r>
            <a:r>
              <a:rPr sz="1300" b="0">
                <a:solidFill>
                  <a:srgbClr val="000000"/>
                </a:solidFill>
                <a:latin typeface="Arial"/>
              </a:rPr>
              <a:t>Given any set of protein fragments, an LLM writes a fluent explanation. A label with no falsification condition is not a finding.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>
                <a:solidFill>
                  <a:srgbClr val="000000"/>
                </a:solidFill>
                <a:latin typeface="Arial"/>
              </a:rPr>
              <a:t>2.  Top-k activations are a biased sample. </a:t>
            </a:r>
            <a:r>
              <a:rPr sz="1300" b="0">
                <a:solidFill>
                  <a:srgbClr val="000000"/>
                </a:solidFill>
                <a:latin typeface="Arial"/>
              </a:rPr>
              <a:t>They over-represent whatever the corpus over-represents. “Fires on kinases” may just track the most common fold in the dataset.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>
                <a:solidFill>
                  <a:srgbClr val="000000"/>
                </a:solidFill>
                <a:latin typeface="Arial"/>
              </a:rPr>
              <a:t>3.  Protein-level facts do not license residue-level claims. </a:t>
            </a:r>
            <a:r>
              <a:rPr sz="1300" b="0">
                <a:solidFill>
                  <a:srgbClr val="000000"/>
                </a:solidFill>
                <a:latin typeface="Arial"/>
              </a:rPr>
              <a:t>“These are all kinases” is guilt by association. “These peaks fall inside the annotated ATP-binding region at positions X, Y, Z” is a claim that can be checked against the peak index.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>
                <a:solidFill>
                  <a:srgbClr val="000000"/>
                </a:solidFill>
                <a:latin typeface="Arial"/>
              </a:rPr>
              <a:t>Each one becomes a hard requirement in the output schema, </a:t>
            </a:r>
            <a:r>
              <a:rPr sz="1300" b="0">
                <a:solidFill>
                  <a:srgbClr val="000000"/>
                </a:solidFill>
                <a:latin typeface="Arial"/>
              </a:rPr>
              <a:t>not a suggestion in the prompt: disconfirming_evidence, rejected_hypotheses, and a source_tool + source_id on every claim.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5735" y="635508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Courier New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The approach: make the agent retrieve its evidence, then cite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820095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42416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An LLM can answer “what does a latent firing on GxGxxG mean?” from memory. That answer leaves no record anyone can inspect. Given a UniProt tool, it has to name an accession and use the retrieved entry, and a reviewer can re-run the same lookup and check the claim.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000000"/>
                </a:solidFill>
                <a:latin typeface="Arial"/>
              </a:rPr>
              <a:t>ToolUniverse </a:t>
            </a:r>
            <a:r>
              <a:rPr sz="1300" b="0">
                <a:solidFill>
                  <a:srgbClr val="000000"/>
                </a:solidFill>
                <a:latin typeface="Arial"/>
              </a:rPr>
              <a:t>(Harvard MIMS) puts thousands of scientific database endpoints behind one interface: load the catalog, request an OpenAI-shaped tool spec, call a tool by name with a dictionary of arguments.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6324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66666"/>
                </a:solidFill>
                <a:latin typeface="Arial"/>
              </a:rPr>
              <a:t>One unit of evidence: a top-activating window, brackets around the peak residues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364992"/>
            <a:ext cx="15240" cy="5852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3438144"/>
            <a:ext cx="10277856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Courier New"/>
              </a:rPr>
              <a:t>L-0142   P00533  peak 4    LG[SGAFG]TVYKGLWIPEGEKVKIPVAIKE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Courier New"/>
              </a:rPr>
              <a:t>L-0142   P62826  peak 19   MAAQGEPQVQFKLVLVG[DGGTG]KTTFVKRHLTG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43400"/>
            <a:ext cx="19019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Courier New"/>
              </a:rPr>
              <a:t>FIGURE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4343400"/>
            <a:ext cx="83027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Courier New"/>
              </a:rPr>
              <a:t>MEANING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581144"/>
            <a:ext cx="1042416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690872"/>
            <a:ext cx="1901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Courier New"/>
              </a:rPr>
              <a:t>2,602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4690872"/>
            <a:ext cx="83027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tools in the ToolUniverse catalog, loaded locally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983480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074920"/>
            <a:ext cx="1901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Courier New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5074920"/>
            <a:ext cx="83027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database tools exposed to the annotation agent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367528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458968"/>
            <a:ext cx="1901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5458968"/>
            <a:ext cx="83027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local tools that serve SAE evidence from this 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751576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25735" y="635508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Courier New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Pipeline, end to 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820095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5240" cy="13898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1627632"/>
            <a:ext cx="10277856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Courier New"/>
              </a:rPr>
              <a:t>protein sequences + activation dump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66666"/>
                </a:solidFill>
                <a:latin typeface="Courier New"/>
              </a:rPr>
              <a:t>    -&gt; top activation windows and firing statistics      evidence.py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66666"/>
                </a:solidFill>
                <a:latin typeface="Courier New"/>
              </a:rPr>
              <a:t>    -&gt; local evidence tool + curated ToolUniverse tools   tools.py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66666"/>
                </a:solidFill>
                <a:latin typeface="Courier New"/>
              </a:rPr>
              <a:t>    -&gt; explicit model/tool loop, one latent per run       agent.py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66666"/>
                </a:solidFill>
                <a:latin typeface="Courier New"/>
              </a:rPr>
              <a:t>    -&gt; JSON extraction and schema validation             schema.py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66666"/>
                </a:solidFill>
                <a:latin typeface="Courier New"/>
              </a:rPr>
              <a:t>    -&gt; annotations.jsonl                                 one record per latent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Three seams, deliberately placed. Swapping the SAE, the tool surface, or the model touches exactly one of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03320"/>
            <a:ext cx="2633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Courier New"/>
              </a:rPr>
              <a:t>SEAM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3703320"/>
            <a:ext cx="75712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Courier New"/>
              </a:rPr>
              <a:t>PURPOSE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941064"/>
            <a:ext cx="1042416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050792"/>
            <a:ext cx="26334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ourier New"/>
              </a:rPr>
              <a:t>LatentEvidenceStore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4050792"/>
            <a:ext cx="757123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Any SAE export can feed the pipeline. No torch, no numpy: plain Python lists.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343400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434840"/>
            <a:ext cx="26334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ourier New"/>
              </a:rPr>
              <a:t>ToolBox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4434840"/>
            <a:ext cx="757123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Local functions and remote database endpoints look identical to the model.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727448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818888"/>
            <a:ext cx="26334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ourier New"/>
              </a:rPr>
              <a:t>ChatClient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818888"/>
            <a:ext cx="757123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The same loop runs on the offline mock or a HuggingFace-served Qwen-3.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111496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3492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Each output record carries the annotation, the full tool-call trace, the turn count, and token usage, so any claim can be audited after the fact.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25735" y="635508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Courier New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What is in the repository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820095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Arial"/>
              </a:rPr>
              <a:t>1,524 lines of Python plus 864 lines of design notes. The project does not train a protein model or an SAE: its input boundary is a set of sequences plus per-residue activation vectors.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30906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Courier New"/>
              </a:rPr>
              <a:t>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2148840"/>
            <a:ext cx="6675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Courier New"/>
              </a:rPr>
              <a:t>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148840"/>
            <a:ext cx="63367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Courier New"/>
              </a:rPr>
              <a:t>ROLE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386584"/>
            <a:ext cx="1042416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96312"/>
            <a:ext cx="309067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Courier New"/>
              </a:rPr>
              <a:t>latent_annotation/config.py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496312"/>
            <a:ext cx="66751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66666"/>
                </a:solidFill>
                <a:latin typeface="Courier New"/>
              </a:rPr>
              <a:t>98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96312"/>
            <a:ext cx="633679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Paths, model defaults, loop limits, windowing, tool allowlists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747772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39212"/>
            <a:ext cx="309067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Courier New"/>
              </a:rPr>
              <a:t>latent_annotation/evidence.py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839212"/>
            <a:ext cx="66751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66666"/>
                </a:solidFill>
                <a:latin typeface="Courier New"/>
              </a:rPr>
              <a:t>192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839212"/>
            <a:ext cx="633679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Activation vectors to top windows, peaks, firing statistics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090672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182112"/>
            <a:ext cx="309067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Courier New"/>
              </a:rPr>
              <a:t>latent_annotation/tools.py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3182112"/>
            <a:ext cx="66751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66666"/>
                </a:solidFill>
                <a:latin typeface="Courier New"/>
              </a:rPr>
              <a:t>181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182112"/>
            <a:ext cx="633679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LocalTool and ToolBox: definitions, dispatch, truncation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433572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525012"/>
            <a:ext cx="309067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Courier New"/>
              </a:rPr>
              <a:t>latent_annotation/llm.py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3525012"/>
            <a:ext cx="66751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66666"/>
                </a:solidFill>
                <a:latin typeface="Courier New"/>
              </a:rPr>
              <a:t>345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525012"/>
            <a:ext cx="633679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ChatClient protocol, HuggingFace Qwen-3 client, offline mock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776472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867912"/>
            <a:ext cx="309067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Courier New"/>
              </a:rPr>
              <a:t>latent_annotation/agent.py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3867912"/>
            <a:ext cx="66751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66666"/>
                </a:solidFill>
                <a:latin typeface="Courier New"/>
              </a:rPr>
              <a:t>195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867912"/>
            <a:ext cx="633679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The per-latent loop: tool calls, nudge, schema repair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119372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210812"/>
            <a:ext cx="309067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Courier New"/>
              </a:rPr>
              <a:t>latent_annotation/schema.py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4210812"/>
            <a:ext cx="66751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66666"/>
                </a:solidFill>
                <a:latin typeface="Courier New"/>
              </a:rPr>
              <a:t>203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210812"/>
            <a:ext cx="633679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Annotation schema, system prompt, JSON recovery, validation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4462272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553712"/>
            <a:ext cx="309067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Courier New"/>
              </a:rPr>
              <a:t>main.py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4553712"/>
            <a:ext cx="66751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66666"/>
                </a:solidFill>
                <a:latin typeface="Courier New"/>
              </a:rPr>
              <a:t>65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4553712"/>
            <a:ext cx="633679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ToolUniverse discovery: search the catalog, print a tool spec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805172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896612"/>
            <a:ext cx="309067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Courier New"/>
              </a:rPr>
              <a:t>examples/make_fixture.py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6200" y="4896612"/>
            <a:ext cx="66751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66666"/>
                </a:solidFill>
                <a:latin typeface="Courier New"/>
              </a:rPr>
              <a:t>126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4896612"/>
            <a:ext cx="633679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Synthetic activations over 8 real accessions, 3 latent patterns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5148072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239512"/>
            <a:ext cx="309067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Courier New"/>
              </a:rPr>
              <a:t>examples/annotate_latents.py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86200" y="5239512"/>
            <a:ext cx="66751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66666"/>
                </a:solidFill>
                <a:latin typeface="Courier New"/>
              </a:rPr>
              <a:t>119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5239512"/>
            <a:ext cx="633679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End-to-end CLI writing one JSONL record per latent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5490972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582412"/>
            <a:ext cx="309067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Courier New"/>
              </a:rPr>
              <a:t>notes/01-06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86200" y="5582412"/>
            <a:ext cx="66751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66666"/>
                </a:solidFill>
                <a:latin typeface="Courier New"/>
              </a:rPr>
              <a:t>864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5582412"/>
            <a:ext cx="633679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Agent design, tool selection, SAE research plan, roadmap, deep dive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5833872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25735" y="635508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Courier New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Evidence layer: what the agent is allowed to see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820095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Arial"/>
              </a:rPr>
              <a:t>Each run covers one latent. The model pulls evidence through a tool call rather than receiving the whole store in its prompt, so prompt size does not grow with the number of latents and evidence cannot leak between runs.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286000"/>
            <a:ext cx="15240" cy="78638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2359152"/>
            <a:ext cx="598017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Courier New"/>
              </a:rPr>
              <a:t>L-0142  EGFR  LG[SGAFG]TVYKGLWIPEGEKVKIPVAIKE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Courier New"/>
              </a:rPr>
              <a:t>L-0142  INSR  LG[QGSFG]MVYEGNARDIIKGEAETRVAVK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Courier New"/>
              </a:rPr>
              <a:t>L-0731  HBB   VHLT[PEEKS]AVTALWGKVNVDEVGGEALGRL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46120"/>
            <a:ext cx="6126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Alongside the windows: firing rate, mean active activation, max activation, proteins scanned, and the unique accessions that become inputs to the database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2286000"/>
            <a:ext cx="20391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Courier New"/>
              </a:rPr>
              <a:t>SETTING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2286000"/>
            <a:ext cx="5760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Courier New"/>
              </a:rPr>
              <a:t>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2680" y="2286000"/>
            <a:ext cx="9875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Courier New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2523744"/>
            <a:ext cx="393192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2633472"/>
            <a:ext cx="2039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TOP_K_EXAMPLES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63347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2633472"/>
            <a:ext cx="987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windows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2871216"/>
            <a:ext cx="393192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962656"/>
            <a:ext cx="2039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WINDOW_SIZE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962656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2962656"/>
            <a:ext cx="987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residues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3200400"/>
            <a:ext cx="393192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3291840"/>
            <a:ext cx="2039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HIGHLIGHT_SPAN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291840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329184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residues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3529584"/>
            <a:ext cx="393192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3621024"/>
            <a:ext cx="2039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ACTIVE_THRESHOLD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621024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&gt; 0.0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621024"/>
            <a:ext cx="987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firing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3858768"/>
            <a:ext cx="393192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3950208"/>
            <a:ext cx="2039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TOOL_RESULT_LIMIT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950208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8,000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3950208"/>
            <a:ext cx="987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chars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78040" y="4187952"/>
            <a:ext cx="393192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4279392"/>
            <a:ext cx="2039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max_turns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427939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279392"/>
            <a:ext cx="987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per latent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78040" y="4517136"/>
            <a:ext cx="393192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343400"/>
            <a:ext cx="10424160" cy="1874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Known limitation. </a:t>
            </a:r>
            <a:r>
              <a:rPr sz="1250" b="0">
                <a:solidFill>
                  <a:srgbClr val="000000"/>
                </a:solidFill>
                <a:latin typeface="Arial"/>
              </a:rPr>
              <a:t>Only each protein's single maximum is retained, so eight examples means eight proteins, not eight independent firing sites. The examples are an extreme, protein-level sample with no diversity criterion beyond protein identity.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Not yet checked. </a:t>
            </a:r>
            <a:r>
              <a:rPr sz="1250" b="0">
                <a:solidFill>
                  <a:srgbClr val="000000"/>
                </a:solidFill>
                <a:latin typeface="Arial"/>
              </a:rPr>
              <a:t>Activation vectors are not validated against sequence length, residue alphabet, or finite values, and the peak index is zero-based without saying so in the output.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25735" y="635508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Courier New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Tool surface: nine tools, each answering a different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820095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39136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Courier New"/>
              </a:rPr>
              <a:t>TOOLUNIVERSE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554480"/>
            <a:ext cx="2633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Courier New"/>
              </a:rPr>
              <a:t>ANSWERS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92224"/>
            <a:ext cx="676656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01952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UniProt_get_recommended_name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901952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what protein is this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39696"/>
            <a:ext cx="67665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31136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UniProt_get_function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31136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what does it 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468880"/>
            <a:ext cx="67665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60320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UniProt_get_features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560320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do the peaks fall in a feature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798064"/>
            <a:ext cx="67665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889504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UniProt_get_subcellular_location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889504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is it tracking localization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127248"/>
            <a:ext cx="67665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218688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UniProt_get_ptm_processing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218688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is it a modification site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456432"/>
            <a:ext cx="67665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547872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InterPro_get_entries_for_protein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547872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which domains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785616"/>
            <a:ext cx="67665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877056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InterPro_get_domain_architecture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877056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domain order and boundaries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114800"/>
            <a:ext cx="67665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206240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Pfam_get_protein_annotations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4206240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family assignment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443984"/>
            <a:ext cx="67665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535424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Reactome_map_uniprot_to_pathways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4535424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pathway context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773168"/>
            <a:ext cx="67665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9560" y="1554480"/>
            <a:ext cx="411480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The load-everything trap. </a:t>
            </a:r>
            <a:r>
              <a:rPr sz="1150" b="0">
                <a:solidFill>
                  <a:srgbClr val="000000"/>
                </a:solidFill>
                <a:latin typeface="Arial"/>
              </a:rPr>
              <a:t>The full catalog would add roughly a megabyte to every request, and dozens of tools share near-identical descriptions. The local catalog holds 43 UniProt tools, 78 matching Ensembl, 39 Reactome.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Residue level, not protein level. </a:t>
            </a:r>
            <a:r>
              <a:rPr sz="1150" b="0">
                <a:solidFill>
                  <a:srgbClr val="000000"/>
                </a:solidFill>
                <a:latin typeface="Arial"/>
              </a:rPr>
              <a:t>UniProt_get_features_by_accession is the tool that makes positional claims checkable: it returns the annotated regions the peak index is compared against.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Reserved for later. </a:t>
            </a:r>
            <a:r>
              <a:rPr sz="1150" b="0">
                <a:solidFill>
                  <a:srgbClr val="000000"/>
                </a:solidFill>
                <a:latin typeface="Arial"/>
              </a:rPr>
              <a:t>6 mutation-effect tools are selected but not wired to any agent: disease variants, MaveDB, ClinVar, gnomAD constraint.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Discovery is separate. </a:t>
            </a:r>
            <a:r>
              <a:rPr sz="1150" b="0">
                <a:solidFill>
                  <a:srgbClr val="000000"/>
                </a:solidFill>
                <a:latin typeface="Arial"/>
              </a:rPr>
              <a:t>main.py loads the whole catalog and searches it. It is not part of annotation runs.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25735" y="635508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Courier New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The agent loop, kept explicit because its failures are the experiment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820095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5240" cy="179222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1627632"/>
            <a:ext cx="5888736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Courier New"/>
              </a:rPr>
              <a:t>user:  annotate L-0142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Courier New"/>
              </a:rPr>
              <a:t>  -&gt; tool_call   get_latent_evidence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Courier New"/>
              </a:rPr>
              <a:t>  &lt;- windows, accessions, firing stats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Courier New"/>
              </a:rPr>
              <a:t>  -&gt; tool_call   UniProt_get_features_by_accession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Courier New"/>
              </a:rPr>
              <a:t>  &lt;- feature table for P00533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Courier New"/>
              </a:rPr>
              <a:t>  -&gt; tool_call   InterPro_get_entries_for_protein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Courier New"/>
              </a:rPr>
              <a:t>  &lt;- domain entries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Courier New"/>
              </a:rPr>
              <a:t>  -&gt; final text  parsed, validated, returned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520440"/>
            <a:ext cx="6035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Bookkeeping around seven lines of loop: a fresh transcript per latent, every call recorded with its arguments and error flag, token usage accumulated, and an ungrounded answer left visible in the result rather than hidden by a retry.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1554480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Courier New"/>
              </a:rPr>
              <a:t>OPEN-WEIGHT BEHAVIOUR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1554480"/>
            <a:ext cx="21762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Courier New"/>
              </a:rPr>
              <a:t>HANDLING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086600" y="1792224"/>
            <a:ext cx="493776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1901952"/>
            <a:ext cx="2542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Answers before reading activations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1901952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One nudge, then recorded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2249424"/>
            <a:ext cx="49377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340864"/>
            <a:ext cx="2542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Wraps JSON in a fence, adds prose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340864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extract_json tries 3 candidates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2688336"/>
            <a:ext cx="49377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2779776"/>
            <a:ext cx="2542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Ignores response_format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8360" y="2779776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Schema validated client-side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3127248"/>
            <a:ext cx="49377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3218688"/>
            <a:ext cx="2542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Tool arguments arrive as a string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3218688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_coerce_arguments normalizes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3566160"/>
            <a:ext cx="49377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3657600"/>
            <a:ext cx="2542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Returns malformed or invalid 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3657600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Up to 2 repair turns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86600" y="4005072"/>
            <a:ext cx="49377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4096512"/>
            <a:ext cx="2542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A tool raises or endpoint 500s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4096512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Visible error result, not a crash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4443984"/>
            <a:ext cx="49377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25735" y="635508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Courier New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Output contract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820095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Arial"/>
              </a:rPr>
              <a:t>A free-text label cannot be scored, compared across SAE runs, or audited. Validation runs inside the loop, so downstream code gets a valid object or an explicit error.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22677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Courier New"/>
              </a:rPr>
              <a:t>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2057400"/>
            <a:ext cx="40965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Courier New"/>
              </a:rPr>
              <a:t>REQUIREMENT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95144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04872"/>
            <a:ext cx="22677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label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404872"/>
            <a:ext cx="40965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Eight words or fewer, plain language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679192"/>
            <a:ext cx="658368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70632"/>
            <a:ext cx="22677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concept_type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770632"/>
            <a:ext cx="40965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One of 12 enums, incl. polysemantic, uninterpretable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044952"/>
            <a:ext cx="658368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136392"/>
            <a:ext cx="22677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136392"/>
            <a:ext cx="40965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high / medium / 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410712"/>
            <a:ext cx="658368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02152"/>
            <a:ext cx="22677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evidence[]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502152"/>
            <a:ext cx="40965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Every claim carries source_tool + source_id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776472"/>
            <a:ext cx="658368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867912"/>
            <a:ext cx="22677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rejected_hypotheses[]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867912"/>
            <a:ext cx="40965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Competing explanations and why each failed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142232"/>
            <a:ext cx="658368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233672"/>
            <a:ext cx="22677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disconfirming_evidence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4233672"/>
            <a:ext cx="40965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An observation that would falsify the label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507992"/>
            <a:ext cx="658368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599432"/>
            <a:ext cx="22677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mutation_effect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4599432"/>
            <a:ext cx="40965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Relevance, predicted sensitivity, rationale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873752"/>
            <a:ext cx="658368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80" y="2057400"/>
            <a:ext cx="4297680" cy="416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Why the enums matter. </a:t>
            </a:r>
            <a:r>
              <a:rPr sz="1150" b="0">
                <a:solidFill>
                  <a:srgbClr val="000000"/>
                </a:solidFill>
                <a:latin typeface="Arial"/>
              </a:rPr>
              <a:t>A pipeline that never returns uninterpretable has a calibration problem, not a discovery. The fixture includes a broad aromatic-residue latent specifically to test whether the agent will decline to label it.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Why sensitivity is predicted here. </a:t>
            </a:r>
            <a:r>
              <a:rPr sz="1150" b="0">
                <a:solidFill>
                  <a:srgbClr val="000000"/>
                </a:solidFill>
                <a:latin typeface="Arial"/>
              </a:rPr>
              <a:t>mutation_effect.predicted_sensitivity is recorded before the agent has any access to DMS data. That ordering is what makes it a prediction rather than a retrieval.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25735" y="635508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Courier New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Verified locally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820095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Arial"/>
              </a:rPr>
              <a:t>Every command below was run against the checked-in fixture on 10 September 2026 using the project virtualenv.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11680"/>
            <a:ext cx="15240" cy="21945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2084832"/>
            <a:ext cx="625449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Courier New"/>
              </a:rPr>
              <a:t>$ python main.py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Courier New"/>
              </a:rPr>
              <a:t>  2602 tools loaded, 9 exposed, 6 reserved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Courier New"/>
              </a:rPr>
              <a:t>$ python examples/annotate_latents.py --no-tooluniverse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Courier New"/>
              </a:rPr>
              <a:t>  wrote annotations.jsonl (3/3 clean)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Courier New"/>
              </a:rPr>
              <a:t>$ python examples/annotate_latents.py L-0142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Courier New"/>
              </a:rPr>
              <a:t>  tools used : get_latent_evidence,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Courier New"/>
              </a:rPr>
              <a:t>               UniProt_get_function_by_accession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Courier New"/>
              </a:rPr>
              <a:t>  live call on P00533: no error, 3 turns, schema clean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2011680"/>
            <a:ext cx="9418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Courier New"/>
              </a:rPr>
              <a:t>LATENT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011680"/>
            <a:ext cx="7132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Courier New"/>
              </a:rPr>
              <a:t>FIRING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2011680"/>
            <a:ext cx="5760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Courier New"/>
              </a:rPr>
              <a:t>MEAN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04120" y="2011680"/>
            <a:ext cx="7132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Courier New"/>
              </a:rPr>
              <a:t>WINDOWS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2011680"/>
            <a:ext cx="9875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Courier New"/>
              </a:rPr>
              <a:t>PATTERN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2249424"/>
            <a:ext cx="448056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359152"/>
            <a:ext cx="9418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L-0142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359152"/>
            <a:ext cx="7132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0.0449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359152"/>
            <a:ext cx="5760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2.03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04120" y="2359152"/>
            <a:ext cx="7132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4 /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2359152"/>
            <a:ext cx="987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glycine-rich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43800" y="2615184"/>
            <a:ext cx="44805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2706624"/>
            <a:ext cx="9418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L-0731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706624"/>
            <a:ext cx="7132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0.0336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706624"/>
            <a:ext cx="5760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2.28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4120" y="2706624"/>
            <a:ext cx="7132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6 / 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27080" y="2706624"/>
            <a:ext cx="987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acidic pairs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43800" y="2962656"/>
            <a:ext cx="44805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3054096"/>
            <a:ext cx="9418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L-1503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054096"/>
            <a:ext cx="7132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0.0710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054096"/>
            <a:ext cx="5760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2.40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3054096"/>
            <a:ext cx="7132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ourier New"/>
              </a:rPr>
              <a:t>8 /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27080" y="3054096"/>
            <a:ext cx="987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any aromatic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43800" y="3310128"/>
            <a:ext cx="44805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526280"/>
            <a:ext cx="1042416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The broad latent is already visible in the numbers. </a:t>
            </a:r>
            <a:r>
              <a:rPr sz="1250" b="0">
                <a:solidFill>
                  <a:srgbClr val="000000"/>
                </a:solidFill>
                <a:latin typeface="Arial"/>
              </a:rPr>
              <a:t>L-1503 fires in all eight proteins with mean activation equal to its maximum, which is the signature a latent should have when there is no single explanation to find.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Read the mock carefully. </a:t>
            </a:r>
            <a:r>
              <a:rPr sz="1250" b="0">
                <a:solidFill>
                  <a:srgbClr val="000000"/>
                </a:solidFill>
                <a:latin typeface="Arial"/>
              </a:rPr>
              <a:t>It exercises evidence, tool dispatch, schema validation, and JSONL output, but performs no biological reasoning. The clean 3/3 is a plumbing result, not a scientific one.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5735" y="635508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Courier New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Status: built, and not yet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820095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7205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Courier New"/>
              </a:rPr>
              <a:t>COMPONENT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0" y="1554480"/>
            <a:ext cx="29992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Courier New"/>
              </a:rPr>
              <a:t>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92224"/>
            <a:ext cx="1042416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01952"/>
            <a:ext cx="720547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Evidence extraction from an activation dump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1901952"/>
            <a:ext cx="299923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Courier New"/>
              </a:rPr>
              <a:t>working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53412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44852"/>
            <a:ext cx="720547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ToolUniverse dispatch across 9 curated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244852"/>
            <a:ext cx="299923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Courier New"/>
              </a:rPr>
              <a:t>working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496312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87752"/>
            <a:ext cx="720547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Agent loop: nudge, schema repair, full tool trace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587752"/>
            <a:ext cx="299923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Courier New"/>
              </a:rPr>
              <a:t>working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839212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30652"/>
            <a:ext cx="720547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Offline mock end to end, 3/3 clean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930652"/>
            <a:ext cx="299923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Courier New"/>
              </a:rPr>
              <a:t>working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182112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273552"/>
            <a:ext cx="720547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Live UniProt call through the toolbox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273552"/>
            <a:ext cx="299923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Courier New"/>
              </a:rPr>
              <a:t>working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525012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616452"/>
            <a:ext cx="720547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Qwen-3 path via HuggingFace Inference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3616452"/>
            <a:ext cx="299923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Courier New"/>
              </a:rPr>
              <a:t>implemented, unevaluated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867912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959352"/>
            <a:ext cx="720547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Real SAE export instead of the synthetic fixture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3959352"/>
            <a:ext cx="299923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Courier New"/>
              </a:rPr>
              <a:t>not started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210812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302252"/>
            <a:ext cx="720547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Annotation quality 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302252"/>
            <a:ext cx="299923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Courier New"/>
              </a:rPr>
              <a:t>not started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553712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645152"/>
            <a:ext cx="720547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Test suite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4645152"/>
            <a:ext cx="299923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Courier New"/>
              </a:rPr>
              <a:t>not started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896612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988052"/>
            <a:ext cx="720547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Mutation-effect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4988052"/>
            <a:ext cx="2999232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Courier New"/>
              </a:rPr>
              <a:t>tools selected only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5239512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57784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Arial"/>
              </a:rPr>
              <a:t>The honest summary. </a:t>
            </a:r>
            <a:r>
              <a:rPr sz="1300" b="0">
                <a:solidFill>
                  <a:srgbClr val="000000"/>
                </a:solidFill>
                <a:latin typeface="Arial"/>
              </a:rPr>
              <a:t>The scaffold is complete and exercised. What it has not yet done is annotate a real SAE latent with a real model and have anyone check the answer.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25735" y="635508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Courier New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Where this is going: mutation-effect prediction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820095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Arial"/>
              </a:rPr>
              <a:t>Zero-shot variant effect from a PLM is usually a masked-marginal score. It says how bad a substitution is, but not which internal features changed. Annotated latents could supply that decomposition.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86000"/>
            <a:ext cx="104241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A.  Explain an existing score. </a:t>
            </a:r>
            <a:r>
              <a:rPr sz="1250" b="0">
                <a:solidFill>
                  <a:srgbClr val="000000"/>
                </a:solidFill>
                <a:latin typeface="Arial"/>
              </a:rPr>
              <a:t>Compute the variant score as usual, then attribute its change across the latents that differ between wild type and mutant. Does not change the predictor.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B.  Latents as predictor inputs. </a:t>
            </a:r>
            <a:r>
              <a:rPr sz="1250" b="0">
                <a:solidFill>
                  <a:srgbClr val="000000"/>
                </a:solidFill>
                <a:latin typeface="Arial"/>
              </a:rPr>
              <a:t>Fit a small model on latent activations at the mutated position and compare against the masked-marginal baseline on ProteinGym.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C.  Annotation-guided priors, the direct test. </a:t>
            </a:r>
            <a:r>
              <a:rPr sz="1250" b="0">
                <a:solidFill>
                  <a:srgbClr val="000000"/>
                </a:solidFill>
                <a:latin typeface="Arial"/>
              </a:rPr>
              <a:t>If a latent is labelled active_or_binding_site with high confidence, substitutions that suppress it should have larger effects. Correlate predicted_sensitivity against measured DMS effects at the residues each latent fires on.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A second agent, kept apart. </a:t>
            </a:r>
            <a:r>
              <a:rPr sz="1250" b="0">
                <a:solidFill>
                  <a:srgbClr val="000000"/>
                </a:solidFill>
                <a:latin typeface="Arial"/>
              </a:rPr>
              <a:t>MUTATION_EFFECT_TOOLS is already selected but no code assembles that agent yet. That is deliberate: if the annotation agent can retrieve DMS measurements, the test measures retrieval, not prediction.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25780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Limits to state up front: SAE latents are not stable across training runs, so any “the catalytic-site latent” claim needs a cross-run check; wider SAEs split one concept into several; and a better L0 / reconstruction tradeoff does not imply more interpretable latents.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635508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Courier New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Gaps: what would break if this scaled tomorrow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820095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502920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No evaluation loop. </a:t>
            </a:r>
            <a:r>
              <a:rPr sz="1200" b="0">
                <a:solidFill>
                  <a:srgbClr val="000000"/>
                </a:solidFill>
                <a:latin typeface="Arial"/>
              </a:rPr>
              <a:t>Nothing scores the annotations. Held-out activation prediction, random-label controls, repeat-annotation agreement, and a human-audited subset all have to exist before these labels are treated as measurements.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No tests. </a:t>
            </a:r>
            <a:r>
              <a:rPr sz="1200" b="0">
                <a:solidFill>
                  <a:srgbClr val="000000"/>
                </a:solidFill>
                <a:latin typeface="Arial"/>
              </a:rPr>
              <a:t>First targets are the evidence and schema seams: highlighting, empty and all-negative activations, ties, malformed vector lengths, JSON extraction, repair, tool-error routing.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Grounding is not enforced end to end. </a:t>
            </a:r>
            <a:r>
              <a:rPr sz="1200" b="0">
                <a:solidFill>
                  <a:srgbClr val="000000"/>
                </a:solidFill>
                <a:latin typeface="Arial"/>
              </a:rPr>
              <a:t>The loop requires the local evidence call, but the schema does not actually require a database citation, so a local-only run can validate on activation evidence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0" y="1600200"/>
            <a:ext cx="502920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The fixture invites over-reading. </a:t>
            </a:r>
            <a:r>
              <a:rPr sz="1200" b="0">
                <a:solidFill>
                  <a:srgbClr val="000000"/>
                </a:solidFill>
                <a:latin typeface="Arial"/>
              </a:rPr>
              <a:t>Its accessions are real; its sequences are illustrative fragments. Positions cannot be checked against database records without an explicit fragment offset.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Operationally single-run. </a:t>
            </a:r>
            <a:r>
              <a:rPr sz="1200" b="0">
                <a:solidFill>
                  <a:srgbClr val="000000"/>
                </a:solidFill>
                <a:latin typeface="Arial"/>
              </a:rPr>
              <a:t>Sequential, output overwritten, no resume, no persisted ToolUniverse cache, no throttling. Unsafe for thousands of latents against live EBI and UniProt endpoints.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Thin reproducibility metadata. </a:t>
            </a:r>
            <a:r>
              <a:rPr sz="1200" b="0">
                <a:solidFill>
                  <a:srgbClr val="000000"/>
                </a:solidFill>
                <a:latin typeface="Arial"/>
              </a:rPr>
              <a:t>Records lack fixture hash, model and provider, prompt and schema version, tool catalog version, and wall time. HuggingFace also routes to a different provider per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5735" y="635508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Courier New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Next, in dependency order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820095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4389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Courier New"/>
              </a:rPr>
              <a:t>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554480"/>
            <a:ext cx="59253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Courier New"/>
              </a:rPr>
              <a:t>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1554480"/>
            <a:ext cx="37307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Courier New"/>
              </a:rPr>
              <a:t>UNBLOCKS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792224"/>
            <a:ext cx="1042416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01952"/>
            <a:ext cx="4389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ourier New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01952"/>
            <a:ext cx="59253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Tests and input validation at the evidence and schema seams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1901952"/>
            <a:ext cx="373075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Trusting any later number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212848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04288"/>
            <a:ext cx="4389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ourier New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304288"/>
            <a:ext cx="59253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Fix provider fallback; make offline vs. live explicit in the CLI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304288"/>
            <a:ext cx="373075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Honest run records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615184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706624"/>
            <a:ext cx="4389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ourier New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706624"/>
            <a:ext cx="59253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Resumable JSONL, cache persistence, throttling, bounded concurrency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706624"/>
            <a:ext cx="373075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Runs beyond a handful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017520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10896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ourier New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108960"/>
            <a:ext cx="59253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Swap the fixture for a versioned real SAE export with offsets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3108960"/>
            <a:ext cx="373075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Actual biology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419856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511296"/>
            <a:ext cx="4389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ourier New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511296"/>
            <a:ext cx="59253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Evaluation: held-out activation prediction, controls, human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3511296"/>
            <a:ext cx="373075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Claiming the labels mean something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3822192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913632"/>
            <a:ext cx="4389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ourier New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3913632"/>
            <a:ext cx="59253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Build the mutation-effect agent on the reserved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913632"/>
            <a:ext cx="373075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Experiment 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224528"/>
            <a:ext cx="1042416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43484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000000"/>
                </a:solidFill>
                <a:latin typeface="Arial"/>
              </a:rPr>
              <a:t>Three questions to answer before scaling up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—  Does annotation quality depend more on the tool surface or on the model? Ablate by running with --no-tooluniverse.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—  How stable are annotations across two SAEs trained on the same activations? If unstable, the unit of analysis has to be coarser.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—  What fraction of latents come back uninterpretable? If the pipeline never uses that label, its confidence calibration is suspect.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25735" y="635508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Courier New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